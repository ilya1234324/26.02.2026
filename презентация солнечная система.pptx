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40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73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45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52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30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17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28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48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05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46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09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04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50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07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4FAD2DEB-E1F3-4D88-8212-4CBF5F8D57BA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A3D4B04-F46A-42BB-8A20-8CD2B277B3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338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A1CF2-1CD3-3A8D-E4EE-FB669FDA77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Солнечная система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A93DBA-179E-AFD9-443D-61BCAA23FE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7362" y="5685300"/>
            <a:ext cx="10572000" cy="1279026"/>
          </a:xfrm>
        </p:spPr>
        <p:txBody>
          <a:bodyPr>
            <a:normAutofit/>
          </a:bodyPr>
          <a:lstStyle/>
          <a:p>
            <a:r>
              <a:rPr lang="ru-RU" dirty="0"/>
              <a:t>Фамилия</a:t>
            </a:r>
            <a:r>
              <a:rPr lang="en-US" dirty="0"/>
              <a:t>: </a:t>
            </a:r>
            <a:r>
              <a:rPr lang="ru-RU" dirty="0"/>
              <a:t>Потапов</a:t>
            </a:r>
          </a:p>
          <a:p>
            <a:r>
              <a:rPr lang="ru-RU" dirty="0"/>
              <a:t>Имя</a:t>
            </a:r>
            <a:r>
              <a:rPr lang="en-US" dirty="0"/>
              <a:t>:</a:t>
            </a:r>
            <a:r>
              <a:rPr lang="ru-RU" dirty="0"/>
              <a:t> Илья</a:t>
            </a:r>
          </a:p>
          <a:p>
            <a:r>
              <a:rPr lang="ru-RU" dirty="0"/>
              <a:t>Группа 23ИСд</a:t>
            </a:r>
          </a:p>
        </p:txBody>
      </p:sp>
    </p:spTree>
    <p:extLst>
      <p:ext uri="{BB962C8B-B14F-4D97-AF65-F5344CB8AC3E}">
        <p14:creationId xmlns:p14="http://schemas.microsoft.com/office/powerpoint/2010/main" val="236229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6F3FD-CF0D-BA61-9A6D-5E9831594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выглядит мое приложение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106C90-41E7-59CD-F9F7-9A1EECD3A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019" y="2514600"/>
            <a:ext cx="7086600" cy="37593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8F0F9-BD80-A5F4-AF31-2BE986391DAB}"/>
              </a:ext>
            </a:extLst>
          </p:cNvPr>
          <p:cNvSpPr txBox="1"/>
          <p:nvPr/>
        </p:nvSpPr>
        <p:spPr>
          <a:xfrm>
            <a:off x="384464" y="2514600"/>
            <a:ext cx="3148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Приложение в самом отдаленном масштабе. </a:t>
            </a:r>
          </a:p>
          <a:p>
            <a:r>
              <a:rPr lang="ru-RU" dirty="0"/>
              <a:t>И видно большинство</a:t>
            </a:r>
          </a:p>
          <a:p>
            <a:r>
              <a:rPr lang="ru-RU" dirty="0"/>
              <a:t>Самых важных деталей</a:t>
            </a:r>
          </a:p>
          <a:p>
            <a:r>
              <a:rPr lang="ru-RU" dirty="0"/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70194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B85C8-A580-AE48-CC01-DACC61AC0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Как планеты движутся по орбитам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9915A-D7BD-D0B6-D76D-84B47BF16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254" y="2245436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</a:t>
            </a:r>
            <a:r>
              <a:rPr lang="en-US" b="1" dirty="0"/>
              <a:t> </a:t>
            </a:r>
            <a:r>
              <a:rPr lang="ru-RU" b="1" dirty="0"/>
              <a:t>код:</a:t>
            </a:r>
            <a:r>
              <a:rPr lang="ru-RU" dirty="0"/>
              <a:t> Считает, где </a:t>
            </a:r>
          </a:p>
          <a:p>
            <a:pPr marL="0" indent="0">
              <a:buNone/>
            </a:pPr>
            <a:r>
              <a:rPr lang="ru-RU" dirty="0"/>
              <a:t>каждая планета должна </a:t>
            </a:r>
          </a:p>
          <a:p>
            <a:pPr marL="0" indent="0">
              <a:buNone/>
            </a:pPr>
            <a:r>
              <a:rPr lang="ru-RU" dirty="0"/>
              <a:t>находиться на своей орбите</a:t>
            </a:r>
          </a:p>
          <a:p>
            <a:pPr marL="0" indent="0">
              <a:buNone/>
            </a:pPr>
            <a:r>
              <a:rPr lang="ru-RU" dirty="0"/>
              <a:t> в зависимости от времени. </a:t>
            </a:r>
          </a:p>
          <a:p>
            <a:pPr marL="0" indent="0">
              <a:buNone/>
            </a:pPr>
            <a:r>
              <a:rPr lang="ru-RU" dirty="0"/>
              <a:t>Типа: "Прошло столько-то </a:t>
            </a:r>
          </a:p>
          <a:p>
            <a:pPr marL="0" indent="0">
              <a:buNone/>
            </a:pPr>
            <a:r>
              <a:rPr lang="ru-RU" dirty="0"/>
              <a:t>времени, значит Земля улетела</a:t>
            </a:r>
          </a:p>
          <a:p>
            <a:pPr marL="0" indent="0">
              <a:buNone/>
            </a:pPr>
            <a:r>
              <a:rPr lang="ru-RU" dirty="0"/>
              <a:t> вот сюда".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7BA390-B199-24AF-F19A-3ED5AC3D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504" y="2488504"/>
            <a:ext cx="6827125" cy="37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7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0BB9-84ED-03A2-0961-03B08538A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Рисование орбит	(пунктирные круги)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E3050D-F487-BEB3-DE67-F1BFD03E3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713002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Рисует те</a:t>
            </a:r>
          </a:p>
          <a:p>
            <a:pPr marL="0" indent="0">
              <a:buNone/>
            </a:pPr>
            <a:r>
              <a:rPr lang="ru-RU" dirty="0"/>
              <a:t>самые пунктирные эллипсы, </a:t>
            </a:r>
          </a:p>
          <a:p>
            <a:pPr marL="0" indent="0">
              <a:buNone/>
            </a:pPr>
            <a:r>
              <a:rPr lang="ru-RU" dirty="0"/>
              <a:t>по которым летают планеты. </a:t>
            </a:r>
          </a:p>
          <a:p>
            <a:pPr marL="0" indent="0">
              <a:buNone/>
            </a:pPr>
            <a:r>
              <a:rPr lang="ru-RU" dirty="0"/>
              <a:t>Чтоб было понятно, кто где бегает.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2E17A0-101D-B3FD-0E39-7C059F55E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965" y="2426477"/>
            <a:ext cx="6751033" cy="216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6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19334-D268-10A0-B8B2-6554BCA3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1.3. Расстояния между планетами (AU)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626037-7670-D592-3A2E-3D52FC5D9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48" y="1759300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Переводит реальные</a:t>
            </a:r>
          </a:p>
          <a:p>
            <a:pPr marL="0" indent="0">
              <a:buNone/>
            </a:pPr>
            <a:r>
              <a:rPr lang="ru-RU" dirty="0"/>
              <a:t>километры в пиксели на экране. </a:t>
            </a:r>
          </a:p>
          <a:p>
            <a:pPr marL="0" indent="0">
              <a:buNone/>
            </a:pPr>
            <a:r>
              <a:rPr lang="ru-RU" dirty="0"/>
              <a:t>1 AU (расстояние от Земли до Солнца) </a:t>
            </a:r>
          </a:p>
          <a:p>
            <a:pPr marL="0" indent="0">
              <a:buNone/>
            </a:pPr>
            <a:r>
              <a:rPr lang="ru-RU" dirty="0"/>
              <a:t>= 120 пикселей. Все планеты расставлены </a:t>
            </a:r>
          </a:p>
          <a:p>
            <a:pPr marL="0" indent="0">
              <a:buNone/>
            </a:pPr>
            <a:r>
              <a:rPr lang="ru-RU" dirty="0"/>
              <a:t>пропорционально реальности.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3E354F-34AD-DE1F-AF8A-872815B6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758" y="2389961"/>
            <a:ext cx="5872223" cy="280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BB654-7DAF-56CC-D0F6-9316F9D5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3977"/>
            <a:ext cx="14480158" cy="970450"/>
          </a:xfrm>
        </p:spPr>
        <p:txBody>
          <a:bodyPr/>
          <a:lstStyle/>
          <a:p>
            <a:r>
              <a:rPr lang="ru-RU" dirty="0"/>
              <a:t>1.4. Скорости планет (периоды обращения)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DB6325-127B-3171-4B78-4FD90D112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1215290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Задает, сколько времени нужно каждой планете, чтоб облететь вокруг Солнца. Меркурий быстрый (88 дней), Нептун медленный (165 лет). В симуляции все замедленно чтоб глаз успевал видеть.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DE7A42-1344-A0CF-D092-3CDDBB354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35" y="3621203"/>
            <a:ext cx="10834530" cy="272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7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59789-FE69-2926-A14B-FE7FD8F5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 2. Картинки и графика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30FF50-60E1-7A86-C6E0-4AA0A4F49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26" y="1417638"/>
            <a:ext cx="10554574" cy="3636511"/>
          </a:xfrm>
        </p:spPr>
        <p:txBody>
          <a:bodyPr/>
          <a:lstStyle/>
          <a:p>
            <a:r>
              <a:rPr lang="ru-RU" dirty="0"/>
              <a:t>В этом разделе я расскажу как составлялась графика и сами картинки планет и всего такого.</a:t>
            </a:r>
          </a:p>
          <a:p>
            <a:r>
              <a:rPr lang="ru-RU" dirty="0"/>
              <a:t>Так же расскажу о зуме и его создании (зум работает удерживанием правой кнопки </a:t>
            </a:r>
            <a:r>
              <a:rPr lang="ru-RU" dirty="0" err="1"/>
              <a:t>мишы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743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910FC-62CB-E79A-C900-46280A5B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1095369"/>
            <a:ext cx="12616405" cy="970450"/>
          </a:xfrm>
        </p:spPr>
        <p:txBody>
          <a:bodyPr/>
          <a:lstStyle/>
          <a:p>
            <a:r>
              <a:rPr lang="ru-RU" dirty="0"/>
              <a:t>2.1. Текстуры планет (вместо цветных кружков)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CF4810-9EC4-951C-D288-9D8872F7D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4" y="1713001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Грузит фотки </a:t>
            </a:r>
          </a:p>
          <a:p>
            <a:pPr marL="0" indent="0">
              <a:buNone/>
            </a:pPr>
            <a:r>
              <a:rPr lang="ru-RU" dirty="0"/>
              <a:t>планет из папки "фото" и показывает </a:t>
            </a:r>
          </a:p>
          <a:p>
            <a:pPr marL="0" indent="0">
              <a:buNone/>
            </a:pPr>
            <a:r>
              <a:rPr lang="ru-RU" dirty="0"/>
              <a:t>их вместо скучных цветных кругов. </a:t>
            </a:r>
          </a:p>
          <a:p>
            <a:pPr marL="0" indent="0">
              <a:buNone/>
            </a:pPr>
            <a:r>
              <a:rPr lang="ru-RU" dirty="0"/>
              <a:t>Если фотки нет - рисует цветной </a:t>
            </a:r>
          </a:p>
          <a:p>
            <a:pPr marL="0" indent="0">
              <a:buNone/>
            </a:pPr>
            <a:r>
              <a:rPr lang="ru-RU" dirty="0"/>
              <a:t>круг чтоб не сломаться.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0C249F-83F4-F1A2-1E15-4FDC696DF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471" y="2265959"/>
            <a:ext cx="5940425" cy="41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7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B2DC9-9C56-0569-1F52-AE7FA6032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2.2. Приближение и отдаление (зум)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C542FC-E7FE-0B31-B468-5094887B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40" y="1817173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Позволяет приближать </a:t>
            </a:r>
          </a:p>
          <a:p>
            <a:pPr marL="0" indent="0">
              <a:buNone/>
            </a:pPr>
            <a:r>
              <a:rPr lang="ru-RU" dirty="0"/>
              <a:t>камеру чтоб разглядеть планеты или </a:t>
            </a:r>
          </a:p>
          <a:p>
            <a:pPr marL="0" indent="0">
              <a:buNone/>
            </a:pPr>
            <a:r>
              <a:rPr lang="ru-RU" dirty="0"/>
              <a:t>отдалять чтоб увидеть всю систему. </a:t>
            </a:r>
          </a:p>
          <a:p>
            <a:pPr marL="0" indent="0">
              <a:buNone/>
            </a:pPr>
            <a:r>
              <a:rPr lang="ru-RU" dirty="0"/>
              <a:t>Работает от колесика мыши, </a:t>
            </a:r>
          </a:p>
          <a:p>
            <a:pPr marL="0" indent="0">
              <a:buNone/>
            </a:pPr>
            <a:r>
              <a:rPr lang="ru-RU" dirty="0"/>
              <a:t>правой кнопки и ползунка.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8AA24B-69C9-63F9-5962-BB1896CD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058" y="3252486"/>
            <a:ext cx="6713277" cy="326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31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5C53C-1E71-8874-55BB-574DA39A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Раздел 3. Интерфейс и управление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CF05E-E309-ABA8-B031-6133103D3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309" y="1774077"/>
            <a:ext cx="10554574" cy="3636511"/>
          </a:xfrm>
        </p:spPr>
        <p:txBody>
          <a:bodyPr/>
          <a:lstStyle/>
          <a:p>
            <a:r>
              <a:rPr lang="ru-RU" dirty="0"/>
              <a:t>В 3 разделе я расскажу о управлении интерфейсом в моем приложении </a:t>
            </a:r>
          </a:p>
          <a:p>
            <a:r>
              <a:rPr lang="ru-RU" dirty="0"/>
              <a:t>Какие функции вообще есть</a:t>
            </a:r>
            <a:r>
              <a:rPr lang="en-US" dirty="0"/>
              <a:t>:</a:t>
            </a:r>
          </a:p>
          <a:p>
            <a:r>
              <a:rPr lang="ru-RU" dirty="0"/>
              <a:t>Информационная панель справа</a:t>
            </a:r>
          </a:p>
          <a:p>
            <a:r>
              <a:rPr lang="ru-RU" dirty="0"/>
              <a:t>Панель управления снизу</a:t>
            </a:r>
          </a:p>
          <a:p>
            <a:r>
              <a:rPr lang="ru-RU" dirty="0"/>
              <a:t> Кнопки планет снизу</a:t>
            </a:r>
          </a:p>
        </p:txBody>
      </p:sp>
    </p:spTree>
    <p:extLst>
      <p:ext uri="{BB962C8B-B14F-4D97-AF65-F5344CB8AC3E}">
        <p14:creationId xmlns:p14="http://schemas.microsoft.com/office/powerpoint/2010/main" val="163580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71B56-489B-B2B8-A7B7-66C5AA04A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713406"/>
            <a:ext cx="10571998" cy="970450"/>
          </a:xfrm>
        </p:spPr>
        <p:txBody>
          <a:bodyPr/>
          <a:lstStyle/>
          <a:p>
            <a:r>
              <a:rPr lang="ru-RU" dirty="0"/>
              <a:t>3.1. Информационная панель справа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10996F-8490-B0CB-6E1E-0A14B20F3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47" y="1610744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Показывает данные </a:t>
            </a:r>
          </a:p>
          <a:p>
            <a:pPr marL="0" indent="0">
              <a:buNone/>
            </a:pPr>
            <a:r>
              <a:rPr lang="ru-RU" dirty="0"/>
              <a:t>о планете, на которую кликнули. </a:t>
            </a:r>
          </a:p>
          <a:p>
            <a:pPr marL="0" indent="0">
              <a:buNone/>
            </a:pPr>
            <a:r>
              <a:rPr lang="ru-RU" dirty="0"/>
              <a:t>Там диаметр, масса, температура, </a:t>
            </a:r>
          </a:p>
          <a:p>
            <a:pPr marL="0" indent="0">
              <a:buNone/>
            </a:pPr>
            <a:r>
              <a:rPr lang="ru-RU" dirty="0"/>
              <a:t>описание и фотка.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39C5B3-29BC-8263-D4D6-617A12E25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861" y="2290017"/>
            <a:ext cx="5940425" cy="400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3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C7762-3F8B-8ADF-51D0-E65E0120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3.2. Панель управления снизу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8B487-3309-AF9D-AD67-796522CC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40" y="1610744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Все кнопки и </a:t>
            </a:r>
          </a:p>
          <a:p>
            <a:pPr marL="0" indent="0">
              <a:buNone/>
            </a:pPr>
            <a:r>
              <a:rPr lang="ru-RU" dirty="0"/>
              <a:t>ползунки внизу. Можно ставить паузу, </a:t>
            </a:r>
          </a:p>
          <a:p>
            <a:pPr marL="0" indent="0">
              <a:buNone/>
            </a:pPr>
            <a:r>
              <a:rPr lang="ru-RU" dirty="0"/>
              <a:t>менять скорость, включать/выключать </a:t>
            </a:r>
          </a:p>
          <a:p>
            <a:pPr marL="0" indent="0">
              <a:buNone/>
            </a:pPr>
            <a:r>
              <a:rPr lang="ru-RU" dirty="0"/>
              <a:t>орбиты и названия.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A94BDC-3F2D-D668-FD62-2BB0E31B4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620" y="2638943"/>
            <a:ext cx="5940425" cy="33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8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4C930-2736-BFE4-1705-B41F058B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3.3. Кнопки планет слева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262804-4145-740B-7883-955753442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1122692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Быстрый доступ к информации о планетах. Слева список, кликаешь - справа появляется инфа.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A56E15-D290-70DC-ED2D-C64C520A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41" y="3429000"/>
            <a:ext cx="7615519" cy="26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5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926906-5026-BE15-BC51-1F731EFD5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53" y="817578"/>
            <a:ext cx="10571998" cy="970450"/>
          </a:xfrm>
        </p:spPr>
        <p:txBody>
          <a:bodyPr/>
          <a:lstStyle/>
          <a:p>
            <a:r>
              <a:rPr lang="ru-RU" dirty="0"/>
              <a:t>Раздел 4. Дополнительные фишки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64F0B2-7721-3B0D-44AE-9BC04D2E5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73" y="1788028"/>
            <a:ext cx="10554574" cy="3636511"/>
          </a:xfrm>
        </p:spPr>
        <p:txBody>
          <a:bodyPr/>
          <a:lstStyle/>
          <a:p>
            <a:r>
              <a:rPr lang="ru-RU" dirty="0"/>
              <a:t>В этом разделе я расскажу о дополнительных фишках  в моем проекте о которых вы возможно не знали</a:t>
            </a:r>
          </a:p>
          <a:p>
            <a:r>
              <a:rPr lang="ru-RU" dirty="0"/>
              <a:t>Режим слежение за планетой</a:t>
            </a:r>
          </a:p>
          <a:p>
            <a:r>
              <a:rPr lang="ru-RU" dirty="0"/>
              <a:t>Следы планет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35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EABF5-27F6-2499-3054-F6571CCD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806003"/>
            <a:ext cx="10571998" cy="970450"/>
          </a:xfrm>
        </p:spPr>
        <p:txBody>
          <a:bodyPr/>
          <a:lstStyle/>
          <a:p>
            <a:r>
              <a:rPr lang="ru-RU" dirty="0"/>
              <a:t>4.1. Следы планет (треки)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75D267-F004-5E2B-6CEE-644DAD6A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24" y="1610744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Если включить </a:t>
            </a:r>
          </a:p>
          <a:p>
            <a:pPr marL="0" indent="0">
              <a:buNone/>
            </a:pPr>
            <a:r>
              <a:rPr lang="ru-RU" dirty="0"/>
              <a:t>режим "СЛЕДЫ", за планетами </a:t>
            </a:r>
          </a:p>
          <a:p>
            <a:pPr marL="0" indent="0">
              <a:buNone/>
            </a:pPr>
            <a:r>
              <a:rPr lang="ru-RU" dirty="0"/>
              <a:t>остается хвостик из точек, </a:t>
            </a:r>
          </a:p>
          <a:p>
            <a:pPr marL="0" indent="0">
              <a:buNone/>
            </a:pPr>
            <a:r>
              <a:rPr lang="ru-RU" dirty="0"/>
              <a:t>показывающий где они пролетали.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677B26-BF91-4D70-9499-DDFFD3807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540" y="2254426"/>
            <a:ext cx="5394604" cy="417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5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A197B-F17D-5899-8D50-BE841CFE3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576" y="875451"/>
            <a:ext cx="10571998" cy="970450"/>
          </a:xfrm>
        </p:spPr>
        <p:txBody>
          <a:bodyPr/>
          <a:lstStyle/>
          <a:p>
            <a:r>
              <a:rPr lang="ru-RU" dirty="0"/>
              <a:t>4.2. Режим слежения за планетой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AD32FD-03E9-6749-2535-ED4EFE3AB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215290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Камера прилипает к выбранной планете и двигается вместе с ней. Удобно рассматривать планету вблизи пока она летит.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5E341F-38EF-66F8-F8A5-250FCC92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727" y="3773880"/>
            <a:ext cx="9292546" cy="247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6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912FC-1E7F-5929-1A58-F7A06F69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701831"/>
            <a:ext cx="10571998" cy="970450"/>
          </a:xfrm>
        </p:spPr>
        <p:txBody>
          <a:bodyPr/>
          <a:lstStyle/>
          <a:p>
            <a:r>
              <a:rPr lang="ru-RU" dirty="0"/>
              <a:t>Раздел 5. Технические детали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17F758-5426-0F59-78E2-A4522B9D3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805" y="1493213"/>
            <a:ext cx="10554574" cy="3636511"/>
          </a:xfrm>
        </p:spPr>
        <p:txBody>
          <a:bodyPr/>
          <a:lstStyle/>
          <a:p>
            <a:r>
              <a:rPr lang="ru-RU" dirty="0"/>
              <a:t>В этом разделе я расскажу о технической части моего проекта такие как</a:t>
            </a:r>
            <a:r>
              <a:rPr lang="en-US" dirty="0"/>
              <a:t>:</a:t>
            </a:r>
          </a:p>
          <a:p>
            <a:r>
              <a:rPr lang="ru-RU" dirty="0"/>
              <a:t>Обработка функции пауза</a:t>
            </a:r>
          </a:p>
          <a:p>
            <a:r>
              <a:rPr lang="ru-RU" dirty="0"/>
              <a:t>И главный цикл обновления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284715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6C276-17D0-9FC8-2A68-F6436DC6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771279"/>
            <a:ext cx="10571998" cy="970450"/>
          </a:xfrm>
        </p:spPr>
        <p:txBody>
          <a:bodyPr/>
          <a:lstStyle/>
          <a:p>
            <a:r>
              <a:rPr lang="ru-RU" dirty="0"/>
              <a:t>5.1. Главный цикл обновления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620587-B8F2-2190-CE86-5D990837D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72" y="1610744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Запускается 20 раз в </a:t>
            </a:r>
          </a:p>
          <a:p>
            <a:pPr marL="0" indent="0">
              <a:buNone/>
            </a:pPr>
            <a:r>
              <a:rPr lang="ru-RU" dirty="0"/>
              <a:t>секунду (каждые 50 мс) и перерисовывает </a:t>
            </a:r>
          </a:p>
          <a:p>
            <a:pPr marL="0" indent="0">
              <a:buNone/>
            </a:pPr>
            <a:r>
              <a:rPr lang="ru-RU" dirty="0"/>
              <a:t>всё заново. Из-за этого создается </a:t>
            </a:r>
          </a:p>
          <a:p>
            <a:pPr marL="0" indent="0">
              <a:buNone/>
            </a:pPr>
            <a:r>
              <a:rPr lang="ru-RU" dirty="0"/>
              <a:t>анимация движения.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BCD7D5-FD83-09D2-91EB-48AB8C14A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272" y="3345083"/>
            <a:ext cx="6668256" cy="311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2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DA025-9D30-6150-0DC5-8E751B23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736555"/>
            <a:ext cx="10571998" cy="970450"/>
          </a:xfrm>
        </p:spPr>
        <p:txBody>
          <a:bodyPr/>
          <a:lstStyle/>
          <a:p>
            <a:r>
              <a:rPr lang="ru-RU" dirty="0"/>
              <a:t>5.2. Обработка паузы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AA796-8FD4-298A-4192-B57C213A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72" y="1493082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Что делает код:</a:t>
            </a:r>
            <a:r>
              <a:rPr lang="ru-RU" dirty="0"/>
              <a:t> Останавливает </a:t>
            </a:r>
          </a:p>
          <a:p>
            <a:pPr marL="0" indent="0">
              <a:buNone/>
            </a:pPr>
            <a:r>
              <a:rPr lang="ru-RU" dirty="0"/>
              <a:t>время в симуляции. Все планеты </a:t>
            </a:r>
          </a:p>
          <a:p>
            <a:pPr marL="0" indent="0">
              <a:buNone/>
            </a:pPr>
            <a:r>
              <a:rPr lang="ru-RU" dirty="0"/>
              <a:t>замирают на месте.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48F06C-E0F2-4DF9-95B0-BC6B5D102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631" y="2463532"/>
            <a:ext cx="586803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6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0EF61-7335-F1FC-4AF9-C7B428F6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 моего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C88ED-94C0-0C3A-ABD0-C01FF8DD9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68" y="2292393"/>
            <a:ext cx="10554574" cy="3636511"/>
          </a:xfrm>
        </p:spPr>
        <p:txBody>
          <a:bodyPr/>
          <a:lstStyle/>
          <a:p>
            <a:r>
              <a:rPr lang="ru-RU" dirty="0"/>
              <a:t>Программа делает следующее:</a:t>
            </a:r>
          </a:p>
          <a:p>
            <a:pPr lvl="0"/>
            <a:r>
              <a:rPr lang="ru-RU" dirty="0"/>
              <a:t>1. Рисует Солнце и 8 планет с фотками</a:t>
            </a:r>
          </a:p>
          <a:p>
            <a:pPr lvl="0"/>
            <a:r>
              <a:rPr lang="ru-RU" dirty="0"/>
              <a:t>2. Планеты движутся с разной скоростью (Меркурий быстро, Нептун медленно, как в жизни)</a:t>
            </a:r>
          </a:p>
          <a:p>
            <a:pPr lvl="0"/>
            <a:r>
              <a:rPr lang="ru-RU" dirty="0"/>
              <a:t>3. Можно приближать/отдалять мышкой (ПКМ)</a:t>
            </a:r>
          </a:p>
          <a:p>
            <a:pPr lvl="0"/>
            <a:r>
              <a:rPr lang="ru-RU" dirty="0"/>
              <a:t>4. Справа показывается информация по планете если кликнуть</a:t>
            </a:r>
          </a:p>
          <a:p>
            <a:pPr lvl="0"/>
            <a:r>
              <a:rPr lang="ru-RU" dirty="0"/>
              <a:t>5. Снизу кнопки: пауза, скорость, орбиты, названия</a:t>
            </a:r>
          </a:p>
          <a:p>
            <a:pPr lvl="0"/>
            <a:r>
              <a:rPr lang="ru-RU" dirty="0"/>
              <a:t>6. Можно включить следы чтоб видеть траекторию</a:t>
            </a:r>
          </a:p>
          <a:p>
            <a:r>
              <a:rPr lang="ru-RU" dirty="0"/>
              <a:t>Написано на Python + </a:t>
            </a:r>
            <a:r>
              <a:rPr lang="ru-RU" dirty="0" err="1"/>
              <a:t>tkinter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70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273</TotalTime>
  <Words>663</Words>
  <Application>Microsoft Office PowerPoint</Application>
  <PresentationFormat>Широкоэкранный</PresentationFormat>
  <Paragraphs>96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3" baseType="lpstr">
      <vt:lpstr>Century Gothic</vt:lpstr>
      <vt:lpstr>Wingdings 2</vt:lpstr>
      <vt:lpstr>Цитаты</vt:lpstr>
      <vt:lpstr>Солнечная система</vt:lpstr>
      <vt:lpstr>Как выглядит мое приложение?</vt:lpstr>
      <vt:lpstr>1. Как планеты движутся по орбитам?</vt:lpstr>
      <vt:lpstr>Рисование орбит (пунктирные круги)</vt:lpstr>
      <vt:lpstr>1.3. Расстояния между планетами (AU)</vt:lpstr>
      <vt:lpstr>1.4. Скорости планет (периоды обращения) </vt:lpstr>
      <vt:lpstr>Раздел 2. Картинки и графика</vt:lpstr>
      <vt:lpstr>2.1. Текстуры планет (вместо цветных кружков) </vt:lpstr>
      <vt:lpstr>2.2. Приближение и отдаление (зум) </vt:lpstr>
      <vt:lpstr>Раздел 3. Интерфейс и управление</vt:lpstr>
      <vt:lpstr>3.1. Информационная панель справа </vt:lpstr>
      <vt:lpstr>3.2. Панель управления снизу </vt:lpstr>
      <vt:lpstr>3.3. Кнопки планет слева </vt:lpstr>
      <vt:lpstr>Раздел 4. Дополнительные фишки </vt:lpstr>
      <vt:lpstr>4.1. Следы планет (треки) </vt:lpstr>
      <vt:lpstr>4.2. Режим слежения за планетой </vt:lpstr>
      <vt:lpstr>Раздел 5. Технические детали </vt:lpstr>
      <vt:lpstr>5.1. Главный цикл обновления </vt:lpstr>
      <vt:lpstr>5.2. Обработка паузы </vt:lpstr>
      <vt:lpstr>Итог моего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potapov280208@gmail.com</dc:creator>
  <cp:lastModifiedBy>potapov280208@gmail.com</cp:lastModifiedBy>
  <cp:revision>4</cp:revision>
  <dcterms:created xsi:type="dcterms:W3CDTF">2026-03-04T05:47:19Z</dcterms:created>
  <dcterms:modified xsi:type="dcterms:W3CDTF">2026-03-04T11:40:53Z</dcterms:modified>
</cp:coreProperties>
</file>